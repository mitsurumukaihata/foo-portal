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9" r:id="rId3"/>
    <p:sldId id="260" r:id="rId4"/>
    <p:sldId id="263" r:id="rId5"/>
    <p:sldId id="261" r:id="rId6"/>
    <p:sldId id="262" r:id="rId7"/>
  </p:sldIdLst>
  <p:sldSz cx="7562850" cy="10688638"/>
  <p:notesSz cx="9926638" cy="679767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C551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6101" autoAdjust="0"/>
  </p:normalViewPr>
  <p:slideViewPr>
    <p:cSldViewPr snapToGrid="0" snapToObjects="1">
      <p:cViewPr varScale="1">
        <p:scale>
          <a:sx n="61" d="100"/>
          <a:sy n="61" d="100"/>
        </p:scale>
        <p:origin x="3354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992836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83786" tIns="41893" rIns="83786" bIns="41893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83786" tIns="41893" rIns="83786" bIns="41893"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543A09-A4D6-ED7E-C3C0-207B314064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1D04B4-A2D2-32A4-421C-64980E7389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7FCA00-2581-DC64-04A2-F3B4715B9F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lIns="83786" tIns="41893" rIns="83786" bIns="41893"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B412D7-1052-0A26-A36A-A0C8457569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lIns="83786" tIns="41893" rIns="83786" bIns="41893"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90570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598703-E3C4-3D50-FF17-C08FB9B51A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5643DB-A5D7-1569-0AF5-4437A050C3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E76589-26E0-AFC8-A4AF-71F2F20524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lIns="83786" tIns="41893" rIns="83786" bIns="41893"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8731D6-058F-A41F-2E0C-A70256AEC1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lIns="83786" tIns="41893" rIns="83786" bIns="41893"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9578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47A625-420C-EB96-E4CE-EF6A73867D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9CED5F-40A2-E083-E32E-DF2B3A863B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7B2150-6F0E-89E4-296A-C5512428B2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lIns="83786" tIns="41893" rIns="83786" bIns="41893"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D254B1-EBC5-15A9-B1A8-D09359FB492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lIns="83786" tIns="41893" rIns="83786" bIns="41893"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6847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1B39F5-F43E-4BF6-8D4C-BA23748097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8F2C70-7750-B431-039A-0DF685FA25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C4E262-DD0A-8105-A996-FC59E23EB6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lIns="83786" tIns="41893" rIns="83786" bIns="41893"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03EEAA-3F60-066D-2AE4-8340948644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lIns="83786" tIns="41893" rIns="83786" bIns="41893"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2072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7F1753-D358-896D-A640-64876053F0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7D66A0-2D17-6DF4-07FB-5F8262DD76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41BC1D-A61D-A96E-EDBD-EEB8B46A0F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lIns="83786" tIns="41893" rIns="83786" bIns="41893"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6CCB16-5C2D-46FD-5F2B-B7EA5A34D3A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lIns="83786" tIns="41893" rIns="83786" bIns="41893"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23352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4563754"/>
            <a:ext cx="7131570" cy="5914369"/>
          </a:xfrm>
          <a:prstGeom prst="rect">
            <a:avLst/>
          </a:prstGeom>
          <a:solidFill>
            <a:srgbClr val="FFFFFF"/>
          </a:solidFill>
          <a:ln w="9525">
            <a:solidFill>
              <a:srgbClr val="BBBBBB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228600" y="4563755"/>
            <a:ext cx="7131570" cy="919882"/>
          </a:xfrm>
          <a:prstGeom prst="rect">
            <a:avLst/>
          </a:prstGeom>
          <a:solidFill>
            <a:srgbClr val="1A5FAA"/>
          </a:solidFill>
          <a:ln w="12700">
            <a:solidFill>
              <a:srgbClr val="1A5FA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228600" y="4563755"/>
            <a:ext cx="7131570" cy="9198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❄ </a:t>
            </a:r>
            <a:r>
              <a:rPr lang="en-US" sz="24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al" pitchFamily="34" charset="-120"/>
              </a:rPr>
              <a:t>スタッドレス</a:t>
            </a:r>
            <a:endParaRPr lang="en-US" sz="2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" name="Text 3"/>
          <p:cNvSpPr/>
          <p:nvPr/>
        </p:nvSpPr>
        <p:spPr>
          <a:xfrm>
            <a:off x="1249825" y="6220964"/>
            <a:ext cx="4745137" cy="4599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400" dirty="0">
                <a:solidFill>
                  <a:srgbClr val="1A5F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DELVEX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930021" y="6680906"/>
            <a:ext cx="4745137" cy="1680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600" b="1" dirty="0">
                <a:solidFill>
                  <a:srgbClr val="1A5F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M9</a:t>
            </a:r>
            <a:r>
              <a:rPr lang="en-US" altLang="ja-JP" sz="9600" b="1" dirty="0">
                <a:solidFill>
                  <a:srgbClr val="1A5F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r>
              <a:rPr lang="en-US" sz="9600" b="1" dirty="0">
                <a:solidFill>
                  <a:srgbClr val="1A5F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9600" dirty="0"/>
          </a:p>
        </p:txBody>
      </p:sp>
      <p:sp>
        <p:nvSpPr>
          <p:cNvPr id="7" name="Text 5"/>
          <p:cNvSpPr/>
          <p:nvPr/>
        </p:nvSpPr>
        <p:spPr>
          <a:xfrm>
            <a:off x="355135" y="8360969"/>
            <a:ext cx="6878499" cy="11498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215/70R17.5</a:t>
            </a:r>
            <a:endParaRPr lang="en-US" sz="8000" dirty="0"/>
          </a:p>
        </p:txBody>
      </p:sp>
      <p:sp>
        <p:nvSpPr>
          <p:cNvPr id="40" name="Shape 38"/>
          <p:cNvSpPr/>
          <p:nvPr/>
        </p:nvSpPr>
        <p:spPr>
          <a:xfrm>
            <a:off x="91440" y="4318767"/>
            <a:ext cx="7379208" cy="0"/>
          </a:xfrm>
          <a:prstGeom prst="line">
            <a:avLst/>
          </a:prstGeom>
          <a:noFill/>
          <a:ln w="12700">
            <a:solidFill>
              <a:srgbClr val="AAAAAA"/>
            </a:solidFill>
            <a:prstDash val="dash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5">
            <a:extLst>
              <a:ext uri="{FF2B5EF4-FFF2-40B4-BE49-F238E27FC236}">
                <a16:creationId xmlns:a16="http://schemas.microsoft.com/office/drawing/2014/main" id="{53463A92-94CC-4728-70BE-E47A82B8A434}"/>
              </a:ext>
            </a:extLst>
          </p:cNvPr>
          <p:cNvSpPr/>
          <p:nvPr/>
        </p:nvSpPr>
        <p:spPr>
          <a:xfrm>
            <a:off x="4132823" y="9551061"/>
            <a:ext cx="3201427" cy="7438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800" b="1" dirty="0">
                <a:solidFill>
                  <a:srgbClr val="111111"/>
                </a:solidFill>
                <a:latin typeface="Arial Black" pitchFamily="34" charset="0"/>
              </a:rPr>
              <a:t>118/116</a:t>
            </a:r>
            <a:endParaRPr lang="en-US" sz="4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21954F-95F4-F101-CBAF-0ABECCC98E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AC9DF17-3498-8B50-90C5-CA2486E2B907}"/>
              </a:ext>
            </a:extLst>
          </p:cNvPr>
          <p:cNvSpPr/>
          <p:nvPr/>
        </p:nvSpPr>
        <p:spPr>
          <a:xfrm>
            <a:off x="228600" y="4563754"/>
            <a:ext cx="7131570" cy="5914369"/>
          </a:xfrm>
          <a:prstGeom prst="rect">
            <a:avLst/>
          </a:prstGeom>
          <a:solidFill>
            <a:srgbClr val="FFFFFF"/>
          </a:solidFill>
          <a:ln w="9525">
            <a:solidFill>
              <a:srgbClr val="BBBBBB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75D4EEC-7A71-4E3A-4C24-C5E2D5DF77D5}"/>
              </a:ext>
            </a:extLst>
          </p:cNvPr>
          <p:cNvSpPr/>
          <p:nvPr/>
        </p:nvSpPr>
        <p:spPr>
          <a:xfrm>
            <a:off x="228600" y="4563755"/>
            <a:ext cx="7131570" cy="919882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>
            <a:solidFill>
              <a:schemeClr val="accent6">
                <a:lumMod val="75000"/>
              </a:scheme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100A449-17F3-3D03-0267-2E385B3444E3}"/>
              </a:ext>
            </a:extLst>
          </p:cNvPr>
          <p:cNvSpPr/>
          <p:nvPr/>
        </p:nvSpPr>
        <p:spPr>
          <a:xfrm>
            <a:off x="228600" y="4563755"/>
            <a:ext cx="7131570" cy="9198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28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たて（リブ）</a:t>
            </a:r>
            <a:endParaRPr lang="en-US" sz="2800" dirty="0"/>
          </a:p>
        </p:txBody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8917EE3F-2420-F61F-AC1E-4372F3EC19C9}"/>
              </a:ext>
            </a:extLst>
          </p:cNvPr>
          <p:cNvSpPr/>
          <p:nvPr/>
        </p:nvSpPr>
        <p:spPr>
          <a:xfrm>
            <a:off x="91440" y="4318767"/>
            <a:ext cx="7379208" cy="0"/>
          </a:xfrm>
          <a:prstGeom prst="line">
            <a:avLst/>
          </a:prstGeom>
          <a:noFill/>
          <a:ln w="12700">
            <a:solidFill>
              <a:srgbClr val="AAAAAA"/>
            </a:solidFill>
            <a:prstDash val="dash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Text 16">
            <a:extLst>
              <a:ext uri="{FF2B5EF4-FFF2-40B4-BE49-F238E27FC236}">
                <a16:creationId xmlns:a16="http://schemas.microsoft.com/office/drawing/2014/main" id="{2CA370E9-753C-F326-7EAD-17D64BF09051}"/>
              </a:ext>
            </a:extLst>
          </p:cNvPr>
          <p:cNvSpPr/>
          <p:nvPr/>
        </p:nvSpPr>
        <p:spPr>
          <a:xfrm>
            <a:off x="2004821" y="6713989"/>
            <a:ext cx="3814087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600" b="1" dirty="0">
                <a:solidFill>
                  <a:srgbClr val="1E7A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M135</a:t>
            </a:r>
            <a:endParaRPr lang="en-US" sz="9600" dirty="0"/>
          </a:p>
        </p:txBody>
      </p:sp>
      <p:sp>
        <p:nvSpPr>
          <p:cNvPr id="9" name="Text 15">
            <a:extLst>
              <a:ext uri="{FF2B5EF4-FFF2-40B4-BE49-F238E27FC236}">
                <a16:creationId xmlns:a16="http://schemas.microsoft.com/office/drawing/2014/main" id="{D2389866-F953-B761-C3FE-4370F8744EB7}"/>
              </a:ext>
            </a:extLst>
          </p:cNvPr>
          <p:cNvSpPr/>
          <p:nvPr/>
        </p:nvSpPr>
        <p:spPr>
          <a:xfrm>
            <a:off x="1168195" y="6265691"/>
            <a:ext cx="28209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400" dirty="0">
                <a:solidFill>
                  <a:srgbClr val="1E7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DELVEX</a:t>
            </a:r>
            <a:endParaRPr lang="en-US" sz="2400" dirty="0"/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928DFC9B-0C83-AB34-8826-4C142176CBEF}"/>
              </a:ext>
            </a:extLst>
          </p:cNvPr>
          <p:cNvSpPr/>
          <p:nvPr/>
        </p:nvSpPr>
        <p:spPr>
          <a:xfrm>
            <a:off x="848485" y="8435256"/>
            <a:ext cx="6986097" cy="11498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195/75R15</a:t>
            </a:r>
            <a:endParaRPr lang="en-US" sz="8000" dirty="0"/>
          </a:p>
        </p:txBody>
      </p:sp>
    </p:spTree>
    <p:extLst>
      <p:ext uri="{BB962C8B-B14F-4D97-AF65-F5344CB8AC3E}">
        <p14:creationId xmlns:p14="http://schemas.microsoft.com/office/powerpoint/2010/main" val="37250165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82298B-46A9-9E8B-3568-3D89C00BE3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3F464DE-72F4-FB63-C7F6-931445A36447}"/>
              </a:ext>
            </a:extLst>
          </p:cNvPr>
          <p:cNvSpPr/>
          <p:nvPr/>
        </p:nvSpPr>
        <p:spPr>
          <a:xfrm>
            <a:off x="228600" y="4563754"/>
            <a:ext cx="7131570" cy="5914369"/>
          </a:xfrm>
          <a:prstGeom prst="rect">
            <a:avLst/>
          </a:prstGeom>
          <a:solidFill>
            <a:srgbClr val="FFFFFF"/>
          </a:solidFill>
          <a:ln w="9525">
            <a:solidFill>
              <a:srgbClr val="BBBBBB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E8C84CA7-3F51-1596-F9A6-A32C9A71DE10}"/>
              </a:ext>
            </a:extLst>
          </p:cNvPr>
          <p:cNvSpPr/>
          <p:nvPr/>
        </p:nvSpPr>
        <p:spPr>
          <a:xfrm>
            <a:off x="228600" y="4563755"/>
            <a:ext cx="7131570" cy="919882"/>
          </a:xfrm>
          <a:prstGeom prst="rect">
            <a:avLst/>
          </a:prstGeom>
          <a:solidFill>
            <a:srgbClr val="AC5514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683CE48-6017-ABC9-7D7B-35AF27DACDFA}"/>
              </a:ext>
            </a:extLst>
          </p:cNvPr>
          <p:cNvSpPr/>
          <p:nvPr/>
        </p:nvSpPr>
        <p:spPr>
          <a:xfrm>
            <a:off x="228600" y="4563755"/>
            <a:ext cx="7131570" cy="9198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28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ミックス（ラグ）</a:t>
            </a:r>
            <a:endParaRPr lang="en-US" sz="2800" dirty="0"/>
          </a:p>
        </p:txBody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3729D254-32B0-5CA5-80B0-8E8195788EC8}"/>
              </a:ext>
            </a:extLst>
          </p:cNvPr>
          <p:cNvSpPr/>
          <p:nvPr/>
        </p:nvSpPr>
        <p:spPr>
          <a:xfrm>
            <a:off x="91440" y="4318767"/>
            <a:ext cx="7379208" cy="0"/>
          </a:xfrm>
          <a:prstGeom prst="line">
            <a:avLst/>
          </a:prstGeom>
          <a:noFill/>
          <a:ln w="12700">
            <a:solidFill>
              <a:srgbClr val="AAAAAA"/>
            </a:solidFill>
            <a:prstDash val="dash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A4AF1EBF-2DDD-E13A-91A4-A4791D7AB437}"/>
              </a:ext>
            </a:extLst>
          </p:cNvPr>
          <p:cNvSpPr/>
          <p:nvPr/>
        </p:nvSpPr>
        <p:spPr>
          <a:xfrm>
            <a:off x="348153" y="8406838"/>
            <a:ext cx="6986097" cy="11498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0" b="1" dirty="0">
                <a:solidFill>
                  <a:srgbClr val="111111"/>
                </a:solidFill>
                <a:latin typeface="Arial Black" pitchFamily="34" charset="0"/>
              </a:rPr>
              <a:t>275/80R22.5</a:t>
            </a:r>
            <a:endParaRPr lang="en-US" sz="8000" dirty="0"/>
          </a:p>
        </p:txBody>
      </p:sp>
      <p:sp>
        <p:nvSpPr>
          <p:cNvPr id="5" name="Text 27">
            <a:extLst>
              <a:ext uri="{FF2B5EF4-FFF2-40B4-BE49-F238E27FC236}">
                <a16:creationId xmlns:a16="http://schemas.microsoft.com/office/drawing/2014/main" id="{F7B2DD41-A6F6-BC89-160C-7FA611258C8E}"/>
              </a:ext>
            </a:extLst>
          </p:cNvPr>
          <p:cNvSpPr/>
          <p:nvPr/>
        </p:nvSpPr>
        <p:spPr>
          <a:xfrm>
            <a:off x="1270358" y="6177949"/>
            <a:ext cx="4302305" cy="3334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ja-JP" sz="2800" b="1" kern="0" spc="400" dirty="0">
                <a:solidFill>
                  <a:srgbClr val="AC55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BRIDGESTONE</a:t>
            </a:r>
            <a:endParaRPr lang="en-US" sz="2800" dirty="0">
              <a:solidFill>
                <a:srgbClr val="AC5514"/>
              </a:solidFill>
            </a:endParaRPr>
          </a:p>
        </p:txBody>
      </p:sp>
      <p:sp>
        <p:nvSpPr>
          <p:cNvPr id="6" name="Text 28">
            <a:extLst>
              <a:ext uri="{FF2B5EF4-FFF2-40B4-BE49-F238E27FC236}">
                <a16:creationId xmlns:a16="http://schemas.microsoft.com/office/drawing/2014/main" id="{181895AC-7882-224E-534E-EDD28D82542B}"/>
              </a:ext>
            </a:extLst>
          </p:cNvPr>
          <p:cNvSpPr/>
          <p:nvPr/>
        </p:nvSpPr>
        <p:spPr>
          <a:xfrm>
            <a:off x="2015283" y="6694671"/>
            <a:ext cx="446255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600" b="1" dirty="0">
                <a:solidFill>
                  <a:srgbClr val="AC55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</a:t>
            </a:r>
            <a:r>
              <a:rPr lang="en-US" altLang="ja-JP" sz="9600" b="1" dirty="0">
                <a:solidFill>
                  <a:srgbClr val="AC55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899</a:t>
            </a:r>
            <a:endParaRPr lang="en-US" sz="9600" dirty="0">
              <a:solidFill>
                <a:srgbClr val="AC551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39098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665B98-3BBD-E258-6414-D2AB985866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F9D978E-A337-7EB9-5CE6-986C4F0E6AA4}"/>
              </a:ext>
            </a:extLst>
          </p:cNvPr>
          <p:cNvSpPr/>
          <p:nvPr/>
        </p:nvSpPr>
        <p:spPr>
          <a:xfrm>
            <a:off x="228600" y="4563754"/>
            <a:ext cx="7131570" cy="5914369"/>
          </a:xfrm>
          <a:prstGeom prst="rect">
            <a:avLst/>
          </a:prstGeom>
          <a:solidFill>
            <a:srgbClr val="FFFFFF"/>
          </a:solidFill>
          <a:ln w="9525">
            <a:solidFill>
              <a:srgbClr val="BBBBBB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D0695759-1117-0623-58CD-C1C12F1B32F8}"/>
              </a:ext>
            </a:extLst>
          </p:cNvPr>
          <p:cNvSpPr/>
          <p:nvPr/>
        </p:nvSpPr>
        <p:spPr>
          <a:xfrm>
            <a:off x="228600" y="4563755"/>
            <a:ext cx="7131570" cy="919882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0C93E3F-AD0D-2DB6-48DF-02A14A4A6691}"/>
              </a:ext>
            </a:extLst>
          </p:cNvPr>
          <p:cNvSpPr/>
          <p:nvPr/>
        </p:nvSpPr>
        <p:spPr>
          <a:xfrm>
            <a:off x="228600" y="4563755"/>
            <a:ext cx="7131570" cy="9198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28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ミックス（ラグ）</a:t>
            </a:r>
            <a:endParaRPr lang="en-US" sz="2800" dirty="0"/>
          </a:p>
        </p:txBody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258A8624-07B6-6C48-F565-19702286A8E4}"/>
              </a:ext>
            </a:extLst>
          </p:cNvPr>
          <p:cNvSpPr/>
          <p:nvPr/>
        </p:nvSpPr>
        <p:spPr>
          <a:xfrm>
            <a:off x="91440" y="4318767"/>
            <a:ext cx="7379208" cy="0"/>
          </a:xfrm>
          <a:prstGeom prst="line">
            <a:avLst/>
          </a:prstGeom>
          <a:noFill/>
          <a:ln w="12700">
            <a:solidFill>
              <a:srgbClr val="AAAAAA"/>
            </a:solidFill>
            <a:prstDash val="dash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E6FC6A1F-6FD7-54EE-CF9F-E4A7FB3F51B4}"/>
              </a:ext>
            </a:extLst>
          </p:cNvPr>
          <p:cNvSpPr/>
          <p:nvPr/>
        </p:nvSpPr>
        <p:spPr>
          <a:xfrm>
            <a:off x="348153" y="8406838"/>
            <a:ext cx="6986097" cy="11498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0" b="1" dirty="0">
                <a:solidFill>
                  <a:srgbClr val="111111"/>
                </a:solidFill>
                <a:latin typeface="Arial Black" pitchFamily="34" charset="0"/>
              </a:rPr>
              <a:t>215/70R17.5</a:t>
            </a:r>
            <a:endParaRPr lang="en-US" sz="8000" dirty="0"/>
          </a:p>
        </p:txBody>
      </p:sp>
      <p:sp>
        <p:nvSpPr>
          <p:cNvPr id="5" name="Text 27">
            <a:extLst>
              <a:ext uri="{FF2B5EF4-FFF2-40B4-BE49-F238E27FC236}">
                <a16:creationId xmlns:a16="http://schemas.microsoft.com/office/drawing/2014/main" id="{A190B0F8-BA15-4360-F1FD-67E9512CC710}"/>
              </a:ext>
            </a:extLst>
          </p:cNvPr>
          <p:cNvSpPr/>
          <p:nvPr/>
        </p:nvSpPr>
        <p:spPr>
          <a:xfrm>
            <a:off x="1270359" y="6177950"/>
            <a:ext cx="31981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ja-JP" sz="2800" b="1" kern="0" spc="400" dirty="0">
                <a:solidFill>
                  <a:srgbClr val="C029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TOYO TIRES</a:t>
            </a:r>
            <a:endParaRPr lang="en-US" sz="2800" dirty="0"/>
          </a:p>
        </p:txBody>
      </p:sp>
      <p:sp>
        <p:nvSpPr>
          <p:cNvPr id="6" name="Text 28">
            <a:extLst>
              <a:ext uri="{FF2B5EF4-FFF2-40B4-BE49-F238E27FC236}">
                <a16:creationId xmlns:a16="http://schemas.microsoft.com/office/drawing/2014/main" id="{B4F9DE2F-7526-54E9-D77A-54DC0265A801}"/>
              </a:ext>
            </a:extLst>
          </p:cNvPr>
          <p:cNvSpPr/>
          <p:nvPr/>
        </p:nvSpPr>
        <p:spPr>
          <a:xfrm>
            <a:off x="2015283" y="6694671"/>
            <a:ext cx="446255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600" b="1" dirty="0">
                <a:solidFill>
                  <a:srgbClr val="C029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M646</a:t>
            </a:r>
            <a:endParaRPr lang="en-US" sz="9600" dirty="0"/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023922F5-478A-BC35-799A-FE3819DA67D6}"/>
              </a:ext>
            </a:extLst>
          </p:cNvPr>
          <p:cNvSpPr/>
          <p:nvPr/>
        </p:nvSpPr>
        <p:spPr>
          <a:xfrm>
            <a:off x="4132823" y="9551061"/>
            <a:ext cx="3201427" cy="7438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800" b="1" dirty="0">
                <a:solidFill>
                  <a:srgbClr val="111111"/>
                </a:solidFill>
                <a:latin typeface="Arial Black" pitchFamily="34" charset="0"/>
              </a:rPr>
              <a:t>123/121</a:t>
            </a:r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35308676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297197-BE35-730D-4CCA-BC8DD28E13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F68BF92-76C4-A164-9252-86E0710342C0}"/>
              </a:ext>
            </a:extLst>
          </p:cNvPr>
          <p:cNvSpPr/>
          <p:nvPr/>
        </p:nvSpPr>
        <p:spPr>
          <a:xfrm>
            <a:off x="228600" y="4563754"/>
            <a:ext cx="7131570" cy="5914369"/>
          </a:xfrm>
          <a:prstGeom prst="rect">
            <a:avLst/>
          </a:prstGeom>
          <a:solidFill>
            <a:srgbClr val="FFFFFF"/>
          </a:solidFill>
          <a:ln w="9525">
            <a:solidFill>
              <a:srgbClr val="BBBBBB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2254B3C7-D795-C05C-0341-E1F6A7431775}"/>
              </a:ext>
            </a:extLst>
          </p:cNvPr>
          <p:cNvSpPr/>
          <p:nvPr/>
        </p:nvSpPr>
        <p:spPr>
          <a:xfrm>
            <a:off x="228600" y="4563755"/>
            <a:ext cx="7131570" cy="919882"/>
          </a:xfrm>
          <a:prstGeom prst="rect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F9604F1-CEAB-4B3D-E474-D7B6EE327261}"/>
              </a:ext>
            </a:extLst>
          </p:cNvPr>
          <p:cNvSpPr/>
          <p:nvPr/>
        </p:nvSpPr>
        <p:spPr>
          <a:xfrm>
            <a:off x="228600" y="4563755"/>
            <a:ext cx="7131570" cy="9198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28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再生ミックス（ラグ）</a:t>
            </a:r>
            <a:endParaRPr lang="en-US" sz="2800" dirty="0"/>
          </a:p>
        </p:txBody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5B27D1CB-59FB-89DC-F936-6CE82565BD7B}"/>
              </a:ext>
            </a:extLst>
          </p:cNvPr>
          <p:cNvSpPr/>
          <p:nvPr/>
        </p:nvSpPr>
        <p:spPr>
          <a:xfrm>
            <a:off x="91440" y="4318767"/>
            <a:ext cx="7379208" cy="0"/>
          </a:xfrm>
          <a:prstGeom prst="line">
            <a:avLst/>
          </a:prstGeom>
          <a:noFill/>
          <a:ln w="12700">
            <a:solidFill>
              <a:srgbClr val="AAAAAA"/>
            </a:solidFill>
            <a:prstDash val="dash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782984EB-CD98-7932-B278-2EA44CDBE962}"/>
              </a:ext>
            </a:extLst>
          </p:cNvPr>
          <p:cNvSpPr/>
          <p:nvPr/>
        </p:nvSpPr>
        <p:spPr>
          <a:xfrm>
            <a:off x="348153" y="8421736"/>
            <a:ext cx="6986097" cy="11498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11R22.5 14P</a:t>
            </a:r>
            <a:endParaRPr lang="en-US" sz="8000" dirty="0"/>
          </a:p>
        </p:txBody>
      </p:sp>
      <p:sp>
        <p:nvSpPr>
          <p:cNvPr id="5" name="Text 27">
            <a:extLst>
              <a:ext uri="{FF2B5EF4-FFF2-40B4-BE49-F238E27FC236}">
                <a16:creationId xmlns:a16="http://schemas.microsoft.com/office/drawing/2014/main" id="{999C000B-C574-533F-C174-246AAC252627}"/>
              </a:ext>
            </a:extLst>
          </p:cNvPr>
          <p:cNvSpPr/>
          <p:nvPr/>
        </p:nvSpPr>
        <p:spPr>
          <a:xfrm>
            <a:off x="952668" y="6067702"/>
            <a:ext cx="3225194" cy="440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ja-JP" sz="2800" b="1" kern="0" spc="400" dirty="0">
                <a:solidFill>
                  <a:srgbClr val="7030A0"/>
                </a:solidFill>
                <a:latin typeface="Arial" pitchFamily="34" charset="0"/>
                <a:cs typeface="Arial" pitchFamily="34" charset="-120"/>
              </a:rPr>
              <a:t>BRIDGESTONE</a:t>
            </a:r>
            <a:endParaRPr lang="en-US" sz="2800" dirty="0">
              <a:solidFill>
                <a:srgbClr val="7030A0"/>
              </a:solidFill>
            </a:endParaRPr>
          </a:p>
        </p:txBody>
      </p:sp>
      <p:sp>
        <p:nvSpPr>
          <p:cNvPr id="6" name="Text 28">
            <a:extLst>
              <a:ext uri="{FF2B5EF4-FFF2-40B4-BE49-F238E27FC236}">
                <a16:creationId xmlns:a16="http://schemas.microsoft.com/office/drawing/2014/main" id="{7542F234-5355-CA62-9485-781444AA850F}"/>
              </a:ext>
            </a:extLst>
          </p:cNvPr>
          <p:cNvSpPr/>
          <p:nvPr/>
        </p:nvSpPr>
        <p:spPr>
          <a:xfrm>
            <a:off x="2015283" y="6694671"/>
            <a:ext cx="446255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altLang="ja-JP" sz="9600" b="1" dirty="0">
                <a:solidFill>
                  <a:srgbClr val="7030A0"/>
                </a:solidFill>
                <a:latin typeface="Arial Black" pitchFamily="34" charset="0"/>
              </a:rPr>
              <a:t>M890</a:t>
            </a:r>
            <a:endParaRPr lang="en-US" sz="9600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0575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648049-0480-E0A6-F222-5E03B556AA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F2DCEE7-B5B1-DB5E-FB5A-EBD16CA5282D}"/>
              </a:ext>
            </a:extLst>
          </p:cNvPr>
          <p:cNvSpPr/>
          <p:nvPr/>
        </p:nvSpPr>
        <p:spPr>
          <a:xfrm>
            <a:off x="202680" y="4563755"/>
            <a:ext cx="7131570" cy="5914369"/>
          </a:xfrm>
          <a:prstGeom prst="rect">
            <a:avLst/>
          </a:prstGeom>
          <a:solidFill>
            <a:srgbClr val="FFFFFF"/>
          </a:solidFill>
          <a:ln w="9525">
            <a:solidFill>
              <a:srgbClr val="BBBBBB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BE4F119-56A7-1E05-93DD-2F517E91E199}"/>
              </a:ext>
            </a:extLst>
          </p:cNvPr>
          <p:cNvSpPr/>
          <p:nvPr/>
        </p:nvSpPr>
        <p:spPr>
          <a:xfrm>
            <a:off x="228600" y="4563755"/>
            <a:ext cx="7131570" cy="919882"/>
          </a:xfrm>
          <a:prstGeom prst="rect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893B074-413A-A7A3-2D99-2579EBA3949B}"/>
              </a:ext>
            </a:extLst>
          </p:cNvPr>
          <p:cNvSpPr/>
          <p:nvPr/>
        </p:nvSpPr>
        <p:spPr>
          <a:xfrm>
            <a:off x="228600" y="4563755"/>
            <a:ext cx="7131570" cy="9198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2800" b="1" dirty="0">
                <a:latin typeface="Arial" pitchFamily="34" charset="0"/>
                <a:cs typeface="Arial" pitchFamily="34" charset="-120"/>
              </a:rPr>
              <a:t>再生スタッドレス</a:t>
            </a:r>
            <a:endParaRPr lang="en-US" sz="2800" dirty="0"/>
          </a:p>
        </p:txBody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B1135461-988F-C755-901C-EF9659428893}"/>
              </a:ext>
            </a:extLst>
          </p:cNvPr>
          <p:cNvSpPr/>
          <p:nvPr/>
        </p:nvSpPr>
        <p:spPr>
          <a:xfrm>
            <a:off x="91440" y="4318767"/>
            <a:ext cx="7379208" cy="0"/>
          </a:xfrm>
          <a:prstGeom prst="line">
            <a:avLst/>
          </a:prstGeom>
          <a:noFill/>
          <a:ln w="12700">
            <a:solidFill>
              <a:srgbClr val="AAAAAA"/>
            </a:solidFill>
            <a:prstDash val="dash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5FF0E6B2-FD62-A96F-8823-537F8869D833}"/>
              </a:ext>
            </a:extLst>
          </p:cNvPr>
          <p:cNvSpPr/>
          <p:nvPr/>
        </p:nvSpPr>
        <p:spPr>
          <a:xfrm>
            <a:off x="348153" y="8421736"/>
            <a:ext cx="6986097" cy="11498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0" b="1" dirty="0">
                <a:solidFill>
                  <a:srgbClr val="111111"/>
                </a:solidFill>
                <a:latin typeface="Arial Black" pitchFamily="34" charset="0"/>
              </a:rPr>
              <a:t>245/70R19.5</a:t>
            </a:r>
            <a:endParaRPr lang="en-US" sz="8000" dirty="0"/>
          </a:p>
        </p:txBody>
      </p:sp>
      <p:sp>
        <p:nvSpPr>
          <p:cNvPr id="5" name="Text 27">
            <a:extLst>
              <a:ext uri="{FF2B5EF4-FFF2-40B4-BE49-F238E27FC236}">
                <a16:creationId xmlns:a16="http://schemas.microsoft.com/office/drawing/2014/main" id="{BF6139D7-FFF4-5A31-55E0-BC987F45DD0D}"/>
              </a:ext>
            </a:extLst>
          </p:cNvPr>
          <p:cNvSpPr/>
          <p:nvPr/>
        </p:nvSpPr>
        <p:spPr>
          <a:xfrm>
            <a:off x="952668" y="6067702"/>
            <a:ext cx="3225194" cy="440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ja-JP" sz="2800" b="1" kern="0" spc="400" dirty="0">
                <a:ln>
                  <a:solidFill>
                    <a:schemeClr val="tx1"/>
                  </a:solidFill>
                </a:ln>
                <a:solidFill>
                  <a:srgbClr val="FFC000"/>
                </a:solidFill>
                <a:latin typeface="Arial" pitchFamily="34" charset="0"/>
                <a:cs typeface="Arial" pitchFamily="34" charset="-120"/>
              </a:rPr>
              <a:t>BRIDGESTONE</a:t>
            </a:r>
            <a:endParaRPr lang="en-US" sz="2800" dirty="0">
              <a:ln>
                <a:solidFill>
                  <a:schemeClr val="tx1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6" name="Text 28">
            <a:extLst>
              <a:ext uri="{FF2B5EF4-FFF2-40B4-BE49-F238E27FC236}">
                <a16:creationId xmlns:a16="http://schemas.microsoft.com/office/drawing/2014/main" id="{2CA445F7-5E59-FE95-4AF8-007596AC2D37}"/>
              </a:ext>
            </a:extLst>
          </p:cNvPr>
          <p:cNvSpPr/>
          <p:nvPr/>
        </p:nvSpPr>
        <p:spPr>
          <a:xfrm>
            <a:off x="2015283" y="6694671"/>
            <a:ext cx="446255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altLang="ja-JP" sz="9600" b="1" dirty="0">
                <a:ln>
                  <a:solidFill>
                    <a:schemeClr val="tx1"/>
                  </a:solidFill>
                </a:ln>
                <a:solidFill>
                  <a:srgbClr val="FFC000"/>
                </a:solidFill>
                <a:latin typeface="Arial Black" pitchFamily="34" charset="0"/>
              </a:rPr>
              <a:t>W999</a:t>
            </a:r>
            <a:endParaRPr lang="en-US" sz="9600" dirty="0">
              <a:ln>
                <a:solidFill>
                  <a:schemeClr val="tx1"/>
                </a:solidFill>
              </a:ln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41823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1179</TotalTime>
  <Words>49</Words>
  <Application>Microsoft Office PowerPoint</Application>
  <PresentationFormat>ユーザー設定</PresentationFormat>
  <Paragraphs>32</Paragraphs>
  <Slides>6</Slides>
  <Notes>6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メイリオ</vt:lpstr>
      <vt:lpstr>Arial</vt:lpstr>
      <vt:lpstr>Arial Black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充 向畑</cp:lastModifiedBy>
  <cp:revision>3</cp:revision>
  <cp:lastPrinted>2026-04-04T09:09:15Z</cp:lastPrinted>
  <dcterms:created xsi:type="dcterms:W3CDTF">2026-04-03T08:15:54Z</dcterms:created>
  <dcterms:modified xsi:type="dcterms:W3CDTF">2026-04-04T09:16:58Z</dcterms:modified>
</cp:coreProperties>
</file>